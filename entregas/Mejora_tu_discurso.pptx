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Segundos</c:v>
                </c:pt>
              </c:strCache>
            </c:strRef>
          </c:tx>
          <c:spPr>
            <a:solidFill>
              <a:srgbClr val="3DDB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1. Origen</c:v>
                  </c:pt>
                  <c:pt idx="1">
                    <c:v>2. Lo que controlas</c:v>
                  </c:pt>
                  <c:pt idx="2">
                    <c:v>3. Responsabilidad</c:v>
                  </c:pt>
                  <c:pt idx="3">
                    <c:v>4. Tiempo</c:v>
                  </c:pt>
                  <c:pt idx="4">
                    <c:v>5. Servir</c:v>
                  </c:pt>
                  <c:pt idx="5">
                    <c:v>6. Miedo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112</c:v>
                </c:pt>
                <c:pt idx="1">
                  <c:v>177</c:v>
                </c:pt>
                <c:pt idx="2">
                  <c:v>28</c:v>
                </c:pt>
                <c:pt idx="3">
                  <c:v>44</c:v>
                </c:pt>
                <c:pt idx="4">
                  <c:v>39</c:v>
                </c:pt>
                <c:pt idx="5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C2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MARKETING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mejorar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discurso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concretos a partir de tu episodio «6 ideas para crecer en Network Marketing»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3383280"/>
            <a:ext cx="1005840" cy="10058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9540" y="36347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episodio en números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medimos al transcribir y editar tu video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por minuto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ideal para podcast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60020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silencios y tropiezos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7 % del video, recortado en edición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13×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«ahora» como transición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Muletilla que se repite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60020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≠ 8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anunciadas vs. resumen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no coincide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FORTALEZAS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haces bien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esto en cada episodio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764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gancho poderoso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1305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«Dos personas entran a la misma compañía…» crea contraste y curiosidad. Úsalo como plantilla.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874520"/>
            <a:ext cx="731520" cy="73152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1764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ritmo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21305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palabras por minuto: se entiende todo sin sonar lento.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383280"/>
            <a:ext cx="731520" cy="73152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personales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6393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tenía tiempo, no tenía dinero…» es de lo que más conecta. Te hace creíble.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1089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3383280"/>
            <a:ext cx="731520" cy="73152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760720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con acción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760720" y="36393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7 días con 3 pasos concretos. Pocos creadores lo hacen.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 coherente con tu estructura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Anunciaste 6 ideas y en el resumen dijiste 8 claves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2A1F12"/>
          </a:solidFill>
          <a:ln w="12700">
            <a:solidFill>
              <a:srgbClr val="2A1F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pasó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«Hoy vamos a compartir 6 ideas»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«Vamos a hablar de las 8 claves»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listas no coinciden y el oyente lo nota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78308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hacerlo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514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lista antes de grabar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Repítela igual en 3 momentos: inicio, cada idea y resumen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número y mismas palabras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Anuncia cada idea en voz alta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primera idea tuvo una entrada clara; las demás se mezclaron con «ahora…»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SIEMPRE LA MISMA FRASE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«Idea número 3: la riqueza como responsabilidad.»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357759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oyente sabe en qué punto va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3429000"/>
            <a:ext cx="594360" cy="59436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30" y="35775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Suenas más seguro y ordenado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3429000"/>
            <a:ext cx="594360" cy="59436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35775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33832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los capítulos y los shorts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Equilibra el tiempo entre ideas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que dedicaste a cada idea en tu episodio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60020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807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duró la idea 3, frente a casi 3 minutos de la idea 2.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idea no da para más, júntala con otra. Si es un pilar, dale al menos un ejemplo o una historia.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los números antes de grabar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ejemplo de aptitud × horas × actitud hubo pausas y cifras que no cuadraban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 UNA TARJETA ASÍ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 90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9659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659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20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9659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9659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 70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7432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60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actitud −10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520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5204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520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5204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resta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1737360"/>
            <a:ext cx="822960" cy="82296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1943100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035040" y="27432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ejemplos numéricos son de lo más potente de tu episodio, pero solo si salen limpios y la cuenta es correcta.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Varía tus palabras de transición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muletillas de transición más repetidas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373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«ahora»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00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200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«hoy»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196596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2075688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297680" y="19659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«Pero aquí viene lo importante…»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749040" y="2496312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60604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97680" y="249631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«Piensa en esto…»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749040" y="3026664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313639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97680" y="30266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 pongo un ejemplo…»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749040" y="3557016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66674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97680" y="35570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clave es esta…»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3749040" y="4087368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197096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97680" y="40873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«Y esto nos lleva a…»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6 Y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y pausas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equivocarte sin que se note y callar con intención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equivocas: pausa y repite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corregirte a mitad de frase («…lo define lo que haces aquí y ahora… eso… tu punto de partida es…»), calla un segundo y di la frase completa desde el inicio.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editor corta limpio y nadie lo nota.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783080"/>
            <a:ext cx="685800" cy="68580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9545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1500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con intención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651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Recorté 47 s de silencios y titubeos. La pausa tiene poder, pero después de una frase fuerte, no a mitad de idea.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3749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DD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«…y la respuesta es: ahora.»  (1 segundo de silencio)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Aterriza cada idea con un ejemplo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«Querer el dinero no es querer construir un negocio» queda en el aire sin un caso real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Afirmación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responsabilidad empieza en ti.»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0672" y="2852928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8328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057400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o situación concreta de tu equipo.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852928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82880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46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644652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que quieres que recuerden.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en cámara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ajustes rápidos para tu próxima grabación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00784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60804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6420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blanca de frente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11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luz rosada y verde del cuarto tiñe tu piel. Pon una ventana o un aro de luz detrás de la cámara.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779776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93979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7432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 al lente en las frases clave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09067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todo en el gancho, en «la respuesta es ahora» y en el reto final.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12464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858768"/>
            <a:ext cx="640080" cy="64008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01878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38221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las manos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1696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altura del pecho, para contar: primero, segundo, tercero. Da energía y queda muy bien en los shorts.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PLANTILLA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mínimo para tu próximo episodio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escribirlo palabra por palabra: basta una tarjeta con estos 7 pasos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~20 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09928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8424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«Hoy te comparto X ideas»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71216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4553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X ideas, rápido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32504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123A2B"/>
          </a:solidFill>
          <a:ln w="12700">
            <a:solidFill>
              <a:srgbClr val="123A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06824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0682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105656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idea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05656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+ ejemplo + frase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93792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6811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66944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266944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lista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28232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28232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concreta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16368" y="1737360"/>
            <a:ext cx="1097280" cy="2651760"/>
          </a:xfrm>
          <a:prstGeom prst="roundRect">
            <a:avLst>
              <a:gd name="adj" fmla="val 6667"/>
            </a:avLst>
          </a:prstGeom>
          <a:solidFill>
            <a:srgbClr val="0E2E22"/>
          </a:solidFill>
          <a:ln w="12700">
            <a:solidFill>
              <a:srgbClr val="0E2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1920240"/>
            <a:ext cx="548640" cy="548640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9068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589520" y="2651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Suscríbete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3154680"/>
            <a:ext cx="9509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10 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3DD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GRABAR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checklist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310896" cy="310896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76856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14884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ideas definida (mismo número de principio a fin)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06624"/>
            <a:ext cx="310896" cy="310896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79776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6517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y ejemplos escritos en una tarjeta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209544"/>
            <a:ext cx="310896" cy="310896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82696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31546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 real por cada idea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3712464"/>
            <a:ext cx="310896" cy="310896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78561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65760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blanca de frente y mirada al lente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4215384"/>
            <a:ext cx="310896" cy="310896"/>
          </a:xfrm>
          <a:prstGeom prst="ellipse">
            <a:avLst/>
          </a:prstGeom>
          <a:solidFill>
            <a:srgbClr val="3DDB84"/>
          </a:solidFill>
          <a:ln w="12700">
            <a:solidFill>
              <a:srgbClr val="3DDB8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88536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51560" y="416052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me equivoco: pausa y repito la frase entera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mejorar tu discurso</dc:title>
  <dc:subject>PptxGenJS Presentation</dc:subject>
  <dc:creator>PptxGenJS</dc:creator>
  <cp:lastModifiedBy>PptxGenJS</cp:lastModifiedBy>
  <cp:revision>1</cp:revision>
  <dcterms:created xsi:type="dcterms:W3CDTF">2026-09-30T16:25:45Z</dcterms:created>
  <dcterms:modified xsi:type="dcterms:W3CDTF">2026-09-30T16:25:45Z</dcterms:modified>
</cp:coreProperties>
</file>